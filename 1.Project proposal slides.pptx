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02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5d-61c2-8f4b-8000-00009d428290.png?kimi-sig=-7UCrXpz6E1e3dadQ0P9R8_RsutTNRp37s2MOWhySp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68-d3c2-800e-8000-00003af3ae50.png?kimi-sig=YxcQubVOVz07Jl05O54tAlOpDXFO7KBNkT8euOtNAu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67-c422-829e-8000-00001c924570.png?kimi-sig=fQoNGJtWAuIWj94dwFBEhSZ5mJK3blvdsqUOarGQL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67-e362-85a2-8000-00006f330bb0.png?kimi-sig=rKqXiBdtUwg9TSQLtnSh230o-vXu_2_xoedDTnthU4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69-32f2-8ce2-8000-0000ec9c675e.png?kimi-sig=tTT4M0Q5QUe31OBv9BdjhZCxgbRikp2LDVf0LAjAVT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6a-5622-8954-8000-0000c942d8e5.png?kimi-sig=uQ4UbzEnNtIv1E-c-Na_xn_qysYcNDQ5oHjERGDu6t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78-7852-80fe-8000-0000b5c38f60.png?kimi-sig=iz5lzpt25Tbq6RlxkF8yJ4LiNuQJOR98ecquL9f7_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74-4832-8598-8000-0000694d400a.png?kimi-sig=6w3IFrVACBCv31NrDk_dsoykJHiS5DbPljUD4GHYlE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74-4522-85d8-8000-0000ab44c7e4.png?kimi-sig=YD-VuVWs8qqcrK1H86xAnoEVcYFnMJIaQ0pgdLNK4e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75-0e02-884e-8000-0000a6a3471a.png?kimi-sig=J6hd-dldTfE-UYgTnD8yNcThhWFGzb5sIF8IenJUn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74-fed2-89f1-8000-0000496c4ef5.png?kimi-sig=DVRH4tUToe29peep6Jbb7FhOGIqjqwFNqmtK6PhB2V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89-b3b2-8d03-8000-0000952ef1f2.png?kimi-sig=z103C3pDzrZnghaB53Q4FQXK9YtEGspQdThcbUBD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84-53a2-8408-8000-0000db98a341.png?kimi-sig=ciPKby3BQN0Rg8Pm7I91gOvKy-5ZxgJGRgmie_Bj-O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84-b0a2-84e7-8000-000060e92012.png?kimi-sig=fffTz51j6Ix7T2Df690UWMxqAv615aP4BgnPD1acm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84-2d52-89c2-8000-0000d9fd107a.png?kimi-sig=D4UEcf89g5r-riSbT_BTdMzpEnk2UqZh3oH-rDXq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84-a1d2-8633-8000-0000be5d97e5.png?kimi-sig=N6hxCDneKeo73DJOLFBCLwzPMaY2XXT3IjNodAxtGU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95-f5e2-81f6-8000-000046c21981.png?kimi-sig=FXuKVmDSfMGpcNXOW9XEEhsE5A2Lq5cYv2gO9m6EnW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96-f982-864f-8000-00009d911bc7.png?kimi-sig=NWvMvSAlykUV7S1siS99j7IaLAwULzZ_W4Qw4IZfM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5c92-e562-8f17-8000-0000ef254902.png?kimi-sig=ZqjshhAztfQyvQDKT6vmwPO9Afxkjav3l2hMgcCUm5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Custom</PresentationFormat>
  <Paragraphs>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AquaGuard Proposal</dc:title>
  <dc:subject>AquaGuard Proposal</dc:subject>
  <dc:creator>Kimi</dc:creator>
  <cp:lastModifiedBy>Numayer Zaman</cp:lastModifiedBy>
  <cp:revision>1</cp:revision>
  <dcterms:created xsi:type="dcterms:W3CDTF">2025-12-06T23:32:27Z</dcterms:created>
  <dcterms:modified xsi:type="dcterms:W3CDTF">2025-12-09T11:57:36Z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{"Label":"AquaGuard Proposal","ContentProducer":"001191110108MACG2KBH8F10000","ProduceID":"d4q5n7d7vdsbo6lq4pk0","ReservedCode1":"","ContentPropagator":"001191110108MACG2KBH8F20000","PropagateID":"d4q5n7d7vdsbo6lq4pk0","ReservedCode2":""}</vt:lpwstr>
  </property>
</Properties>
</file>